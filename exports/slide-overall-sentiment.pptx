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5143500" type="custom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slideViewPr/>
  <p:notesTextViewPr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22860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l"/>
            <a:r>
              <a:rPr lang="en-US" sz="2200" b="1" solidFill="111827"/>
              <a:t>Overall</a:t>
            </a:r>
            <a:endParaRPr lang="en-US" sz="2200"/>
          </a:p>
        </p:txBody>
      </p:sp>
      <p:sp>
        <p:nvSpPr>
          <p:cNvPr id="3" name="Line 3"/>
          <p:cNvSpPr/>
          <p:nvPr/>
        </p:nvSpPr>
        <p:spPr>
          <a:xfrm>
            <a:off x="1097280" y="4206240"/>
            <a:ext cx="7223760" cy="914"/>
          </a:xfrm>
          <a:prstGeom prst="rect">
            <a:avLst/>
          </a:prstGeom>
          <a:solidFill>
            <a:srgbClr val="6B7280"/>
          </a:solidFill>
          <a:ln w="19050">
            <a:solidFill>
              <a:srgbClr val="6B7280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457200" y="409651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r"/>
            <a:r>
              <a:rPr lang="en-US" sz="1000" solidFill="6B7280"/>
              <a:t>0</a:t>
            </a:r>
            <a:endParaRPr lang="en-US" sz="1000"/>
          </a:p>
        </p:txBody>
      </p:sp>
      <p:sp>
        <p:nvSpPr>
          <p:cNvPr id="5" name="Line 5"/>
          <p:cNvSpPr/>
          <p:nvPr/>
        </p:nvSpPr>
        <p:spPr>
          <a:xfrm>
            <a:off x="1097280" y="3566160"/>
            <a:ext cx="7223760" cy="914"/>
          </a:xfrm>
          <a:prstGeom prst="rect">
            <a:avLst/>
          </a:prstGeom>
          <a:solidFill>
            <a:srgbClr val="D1D5DB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457200" y="345643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r"/>
            <a:r>
              <a:rPr lang="en-US" sz="1000" solidFill="6B7280"/>
              <a:t>10</a:t>
            </a:r>
            <a:endParaRPr lang="en-US" sz="1000"/>
          </a:p>
        </p:txBody>
      </p:sp>
      <p:sp>
        <p:nvSpPr>
          <p:cNvPr id="7" name="Line 7"/>
          <p:cNvSpPr/>
          <p:nvPr/>
        </p:nvSpPr>
        <p:spPr>
          <a:xfrm>
            <a:off x="1097280" y="2926080"/>
            <a:ext cx="7223760" cy="914"/>
          </a:xfrm>
          <a:prstGeom prst="rect">
            <a:avLst/>
          </a:prstGeom>
          <a:solidFill>
            <a:srgbClr val="D1D5DB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457200" y="281635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r"/>
            <a:r>
              <a:rPr lang="en-US" sz="1000" solidFill="6B7280"/>
              <a:t>20</a:t>
            </a:r>
            <a:endParaRPr lang="en-US" sz="1000"/>
          </a:p>
        </p:txBody>
      </p:sp>
      <p:sp>
        <p:nvSpPr>
          <p:cNvPr id="9" name="Line 9"/>
          <p:cNvSpPr/>
          <p:nvPr/>
        </p:nvSpPr>
        <p:spPr>
          <a:xfrm>
            <a:off x="1097280" y="2286000"/>
            <a:ext cx="7223760" cy="914"/>
          </a:xfrm>
          <a:prstGeom prst="rect">
            <a:avLst/>
          </a:prstGeom>
          <a:solidFill>
            <a:srgbClr val="D1D5DB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457200" y="217627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r"/>
            <a:r>
              <a:rPr lang="en-US" sz="1000" solidFill="6B7280"/>
              <a:t>30</a:t>
            </a:r>
            <a:endParaRPr lang="en-US" sz="1000"/>
          </a:p>
        </p:txBody>
      </p:sp>
      <p:sp>
        <p:nvSpPr>
          <p:cNvPr id="11" name="Line 11"/>
          <p:cNvSpPr/>
          <p:nvPr/>
        </p:nvSpPr>
        <p:spPr>
          <a:xfrm>
            <a:off x="1097280" y="1645920"/>
            <a:ext cx="7223760" cy="914"/>
          </a:xfrm>
          <a:prstGeom prst="rect">
            <a:avLst/>
          </a:prstGeom>
          <a:solidFill>
            <a:srgbClr val="D1D5DB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457200" y="153619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r"/>
            <a:r>
              <a:rPr lang="en-US" sz="1000" solidFill="6B7280"/>
              <a:t>40</a:t>
            </a:r>
            <a:endParaRPr lang="en-US" sz="1000"/>
          </a:p>
        </p:txBody>
      </p:sp>
      <p:sp>
        <p:nvSpPr>
          <p:cNvPr id="13" name="Line 13"/>
          <p:cNvSpPr/>
          <p:nvPr/>
        </p:nvSpPr>
        <p:spPr>
          <a:xfrm>
            <a:off x="1097280" y="1005840"/>
            <a:ext cx="7223760" cy="914"/>
          </a:xfrm>
          <a:prstGeom prst="rect">
            <a:avLst/>
          </a:prstGeom>
          <a:solidFill>
            <a:srgbClr val="D1D5DB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457200" y="89611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r"/>
            <a:r>
              <a:rPr lang="en-US" sz="1000" solidFill="6B7280"/>
              <a:t>50</a:t>
            </a:r>
            <a:endParaRPr lang="en-US" sz="1000"/>
          </a:p>
        </p:txBody>
      </p:sp>
      <p:sp>
        <p:nvSpPr>
          <p:cNvPr id="15" name="Line 15"/>
          <p:cNvSpPr/>
          <p:nvPr/>
        </p:nvSpPr>
        <p:spPr>
          <a:xfrm>
            <a:off x="1097280" y="1005840"/>
            <a:ext cx="914" cy="3200400"/>
          </a:xfrm>
          <a:prstGeom prst="rect">
            <a:avLst/>
          </a:prstGeom>
          <a:solidFill>
            <a:srgbClr val="6B7280"/>
          </a:solidFill>
          <a:ln w="19050">
            <a:solidFill>
              <a:srgbClr val="6B7280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3867912" y="2522830"/>
            <a:ext cx="438912" cy="1683410"/>
          </a:xfrm>
          <a:prstGeom prst="rect">
            <a:avLst/>
          </a:prstGeom>
          <a:solidFill>
            <a:srgbClr val="2F4A7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3813048" y="2266798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000" b="1" solidFill="111827"/>
              <a:t>26.3%</a:t>
            </a:r>
            <a:endParaRPr lang="en-US" sz="1000"/>
          </a:p>
        </p:txBody>
      </p:sp>
      <p:sp>
        <p:nvSpPr>
          <p:cNvPr id="18" name="TextBox 18"/>
          <p:cNvSpPr txBox="1"/>
          <p:nvPr/>
        </p:nvSpPr>
        <p:spPr>
          <a:xfrm>
            <a:off x="3703320" y="4315968"/>
            <a:ext cx="768096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000" solidFill="111827"/>
              <a:t>Difficult to say</a:t>
            </a:r>
            <a:endParaRPr lang="en-US" sz="1000"/>
          </a:p>
        </p:txBody>
      </p:sp>
      <p:sp>
        <p:nvSpPr>
          <p:cNvPr id="19" name="Rect 19"/>
          <p:cNvSpPr/>
          <p:nvPr/>
        </p:nvSpPr>
        <p:spPr>
          <a:xfrm>
            <a:off x="4489704" y="1863547"/>
            <a:ext cx="438912" cy="2342693"/>
          </a:xfrm>
          <a:prstGeom prst="rect">
            <a:avLst/>
          </a:prstGeom>
          <a:solidFill>
            <a:srgbClr val="B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4434840" y="1607515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000" b="1" solidFill="111827"/>
              <a:t>36.6%</a:t>
            </a:r>
            <a:endParaRPr lang="en-US" sz="1000"/>
          </a:p>
        </p:txBody>
      </p:sp>
      <p:sp>
        <p:nvSpPr>
          <p:cNvPr id="21" name="TextBox 21"/>
          <p:cNvSpPr txBox="1"/>
          <p:nvPr/>
        </p:nvSpPr>
        <p:spPr>
          <a:xfrm>
            <a:off x="4325112" y="4315968"/>
            <a:ext cx="768096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000" solidFill="111827"/>
              <a:t>Negative</a:t>
            </a:r>
            <a:endParaRPr lang="en-US" sz="1000"/>
          </a:p>
        </p:txBody>
      </p:sp>
      <p:sp>
        <p:nvSpPr>
          <p:cNvPr id="22" name="Rect 22"/>
          <p:cNvSpPr/>
          <p:nvPr/>
        </p:nvSpPr>
        <p:spPr>
          <a:xfrm>
            <a:off x="5111496" y="1825142"/>
            <a:ext cx="438912" cy="2381098"/>
          </a:xfrm>
          <a:prstGeom prst="rect">
            <a:avLst/>
          </a:prstGeom>
          <a:solidFill>
            <a:srgbClr val="1F7A63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5056632" y="1569110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000" b="1" solidFill="111827"/>
              <a:t>37.2%</a:t>
            </a:r>
            <a:endParaRPr lang="en-US" sz="1000"/>
          </a:p>
        </p:txBody>
      </p:sp>
      <p:sp>
        <p:nvSpPr>
          <p:cNvPr id="24" name="TextBox 24"/>
          <p:cNvSpPr txBox="1"/>
          <p:nvPr/>
        </p:nvSpPr>
        <p:spPr>
          <a:xfrm>
            <a:off x="4946904" y="4315968"/>
            <a:ext cx="768096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000" solidFill="111827"/>
              <a:t>Positive</a:t>
            </a:r>
            <a:endParaRPr lang="en-US" sz="1000"/>
          </a:p>
        </p:txBody>
      </p:sp>
      <p:sp>
        <p:nvSpPr>
          <p:cNvPr id="25" name="TextBox 25"/>
          <p:cNvSpPr txBox="1"/>
          <p:nvPr/>
        </p:nvSpPr>
        <p:spPr>
          <a:xfrm>
            <a:off x="3611880" y="4828032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100" b="1" solidFill="111827"/>
              <a:t>Overall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2937"/>
      </a:dk2>
      <a:lt2>
        <a:srgbClr val="F9FAFB"/>
      </a:lt2>
      <a:accent1>
        <a:srgbClr val="1F7A63"/>
      </a:accent1>
      <a:accent2>
        <a:srgbClr val="B03030"/>
      </a:accent2>
      <a:accent3>
        <a:srgbClr val="2F4A7A"/>
      </a:accent3>
      <a:accent4>
        <a:srgbClr val="9CA3AF"/>
      </a:accent4>
      <a:accent5>
        <a:srgbClr val="6B7280"/>
      </a:accent5>
      <a:accent6>
        <a:srgbClr val="111827"/>
      </a:accent6>
      <a:hlink>
        <a:srgbClr val="2563EB"/>
      </a:hlink>
      <a:folHlink>
        <a:srgbClr val="7C3AE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Custom</PresentationFormat>
  <Slides>1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Overall</dc:title>
  <dc:creator>Codex</dc:creator>
  <cp:lastModifiedBy>Codex</cp:lastModifiedBy>
  <dcterms:created xsi:type="dcterms:W3CDTF">2026-03-20T00:00:00Z</dcterms:created>
  <dcterms:modified xsi:type="dcterms:W3CDTF">2026-03-20T00:00:00Z</dcterms:modified>
</cp:coreProperties>
</file>